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974" y="4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schemas.openxmlformats.org/officeDocument/2006/relationships/presProps" Target="pres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handoutMaster" Target="handoutMasters/handoutMaster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ableStyles" Target="tableStyle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notesMaster" Target="notesMasters/notesMaster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9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9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gathateja/Seasonal_Agriculture_Performance.git" TargetMode="External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8995" y="3588198"/>
            <a:ext cx="6860670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 Name - Jagatha Teja Sai Ram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 – Kakinada Institute of Engineering and Technology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10579571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Seasonal Agricultural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544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STU6688efa48ecb01720250276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Agricultural activities are influenced by seasonal variations in </a:t>
            </a:r>
            <a:r>
              <a:rPr lang="en-US" sz="3200" dirty="0"/>
              <a:t>environmental</a:t>
            </a:r>
            <a:r>
              <a:rPr lang="en-US" sz="2800" dirty="0"/>
              <a:t>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US" sz="3600" b="0" dirty="0">
                <a:latin typeface="+mn-lt"/>
              </a:rPr>
              <a:t>Seasonal Agriculture Performance Analysis is a data analytics project that studies agricultural activities across different seasons and farming conditions</a:t>
            </a:r>
            <a:r>
              <a:rPr lang="en-US" dirty="0">
                <a:latin typeface="+mn-lt"/>
              </a:rPr>
              <a:t>.</a:t>
            </a:r>
            <a:r>
              <a:rPr lang="en-GB" dirty="0">
                <a:latin typeface="+mn-lt"/>
              </a:rPr>
              <a:t> </a:t>
            </a:r>
            <a:br>
              <a:rPr lang="en-GB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513840"/>
            <a:ext cx="7904481" cy="446754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Farmers</a:t>
            </a:r>
            <a:r>
              <a:rPr lang="en-US" dirty="0"/>
              <a:t> – to understand seasonal performance and make better farming decisions.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planners </a:t>
            </a:r>
            <a:r>
              <a:rPr lang="en-US" dirty="0"/>
              <a:t>– to support seasonal planning using data.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researchers </a:t>
            </a:r>
            <a:r>
              <a:rPr lang="en-US" dirty="0"/>
              <a:t>– to study seasonal trends and relationships.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Government and agricultural organizations </a:t>
            </a:r>
            <a:r>
              <a:rPr lang="en-US" dirty="0"/>
              <a:t>– to understand regional and seasonal variations.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Data analysts </a:t>
            </a:r>
            <a:r>
              <a:rPr lang="en-US" dirty="0"/>
              <a:t>– to analyze agricultural performance and identify useful patterns.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3200" b="1" dirty="0"/>
              <a:t>         Python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3200" b="1" dirty="0"/>
              <a:t>         Pandas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3200" b="1" dirty="0"/>
              <a:t>         NumPy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3200" b="1" dirty="0"/>
              <a:t>         </a:t>
            </a:r>
            <a:r>
              <a:rPr lang="en-IN" sz="3200" b="1" dirty="0" err="1"/>
              <a:t>Mathplotlib</a:t>
            </a:r>
            <a:endParaRPr lang="en-IN" sz="32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3200" b="1" dirty="0"/>
              <a:t>         Seaborn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sz="3200" b="1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534342" y="2059896"/>
            <a:ext cx="4738698" cy="37630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Checked the dataset structure and available variables.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Identified missing or inconsistent values.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Checked duplicate records.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Reviewed data types and categorical values.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Prepared the data for further analysis.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Ensured the dataset was suitable for seasonal comparison.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3DEB50-3625-4799-E5C9-2D20EAA2C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78" y="1156924"/>
            <a:ext cx="6339840" cy="4425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3990EF-7219-2EC8-1537-D0C6BA1A7D39}"/>
              </a:ext>
            </a:extLst>
          </p:cNvPr>
          <p:cNvSpPr txBox="1"/>
          <p:nvPr/>
        </p:nvSpPr>
        <p:spPr>
          <a:xfrm>
            <a:off x="675957" y="1412240"/>
            <a:ext cx="5340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+mj-lt"/>
              </a:rPr>
              <a:t>Data Quality Analysis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6150" y="1583034"/>
            <a:ext cx="4275138" cy="46149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+mj-lt"/>
              </a:rPr>
              <a:t>Seasonal Performance Comparison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Compared agricultural performance across different seasons.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Studied how important agricultural characteristics change between seasons.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Identified seasons showing higher or lower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Used visualizations to make seasonal differences easier to understand.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30387E-4F25-0381-7749-5361F3B8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484" y="893924"/>
            <a:ext cx="6283232" cy="468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2"/>
            <a:ext cx="4275138" cy="48548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+mj-lt"/>
              </a:rPr>
              <a:t>Environmental and Resource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Examined differences in environmental conditions between seasons.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Compared resource usage across seasons.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Investigated whether changes in seasonal conditions are associated with agricultural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Identified noticeable variations that may require further investigation.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294710-FE63-B800-F9D5-F04AF50F0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044" y="845003"/>
            <a:ext cx="6788715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525" y="1478607"/>
            <a:ext cx="4275138" cy="42534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+mj-lt"/>
              </a:rPr>
              <a:t>Economic Performance Analysis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Compared economic outcomes across different seasons.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Studied variations in agricultural performance and economic indicators.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Identified noticeable seasonal differences.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Used data visualization to make the comparison easier to interpret.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2C5080-94DE-526E-DC21-B5B49A57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484" y="845003"/>
            <a:ext cx="6302533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-524479" y="1574102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299" y="2504247"/>
            <a:ext cx="5110844" cy="356998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The chart compares the average production achieved using different irrigation methods.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Drip irrigation shows the highest average production, at around 58 </a:t>
            </a:r>
            <a:r>
              <a:rPr lang="en-US" dirty="0" err="1"/>
              <a:t>tonnes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Sprinkler irrigation follows with about 45 </a:t>
            </a:r>
            <a:r>
              <a:rPr lang="en-US" dirty="0" err="1"/>
              <a:t>tonnes</a:t>
            </a:r>
            <a:r>
              <a:rPr lang="en-US" dirty="0"/>
              <a:t>, while flood and rainfed methods show lower production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FB025A-F521-D692-DE19-EB2511A1C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826" y="951617"/>
            <a:ext cx="6645875" cy="4425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B5308A-714F-73D7-8B87-3C038B132DCE}"/>
              </a:ext>
            </a:extLst>
          </p:cNvPr>
          <p:cNvSpPr txBox="1"/>
          <p:nvPr/>
        </p:nvSpPr>
        <p:spPr>
          <a:xfrm>
            <a:off x="114299" y="1275371"/>
            <a:ext cx="79193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+mj-lt"/>
              </a:rPr>
              <a:t>Average Production by Irrigation</a:t>
            </a:r>
          </a:p>
          <a:p>
            <a:r>
              <a:rPr lang="en-IN" sz="2800" dirty="0">
                <a:latin typeface="+mj-lt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95174-7E62-B72D-DF95-CB255127F984}"/>
              </a:ext>
            </a:extLst>
          </p:cNvPr>
          <p:cNvSpPr txBox="1"/>
          <p:nvPr/>
        </p:nvSpPr>
        <p:spPr>
          <a:xfrm>
            <a:off x="399454" y="1608410"/>
            <a:ext cx="106038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Include data from more years and seasons.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Expand the analysis to more geographical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Study additional environmental and economic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Build an interactive dashboard for easier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Use predictive analytics to forecast agricultural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Provide more detailed recommendations for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hlinkClick r:id="rId3" invalidUrl="https://github.com/Jagathateja/Seasonal_Agriculture_Performance.git"/>
            <a:extLst>
              <a:ext uri="{FF2B5EF4-FFF2-40B4-BE49-F238E27FC236}">
                <a16:creationId xmlns:a16="http://schemas.microsoft.com/office/drawing/2014/main" id="{BD446A16-0D85-684C-6D06-5066DE180E86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https://github.com/Jagathateja/Seasonal_Agriculture_Performance.git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4920F-CA48-E5A6-88FE-D629B33F8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53" y="1608410"/>
            <a:ext cx="9855971" cy="505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3033058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2" y="3429000"/>
            <a:ext cx="7932473" cy="2579914"/>
          </a:xfrm>
        </p:spPr>
        <p:txBody>
          <a:bodyPr>
            <a:noAutofit/>
          </a:bodyPr>
          <a:lstStyle/>
          <a:p>
            <a:r>
              <a:rPr lang="en-IN" sz="4800" dirty="0"/>
              <a:t>Thanks to VOIS &amp; </a:t>
            </a:r>
            <a:r>
              <a:rPr lang="en-IN" sz="4800" dirty="0" err="1"/>
              <a:t>Edunet</a:t>
            </a:r>
            <a:r>
              <a:rPr lang="en-IN" sz="4800" dirty="0"/>
              <a:t> Foundation for giving me to this </a:t>
            </a:r>
            <a:r>
              <a:rPr lang="en-IN" sz="4800" dirty="0" err="1"/>
              <a:t>oppurtunity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1471</TotalTime>
  <Words>518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– Seasonal Agricultural performance Analysis</vt:lpstr>
      <vt:lpstr>PROBLEM  STATEMENT</vt:lpstr>
      <vt:lpstr>Project Description  Seasonal Agriculture Performance Analysis is a data analytics project that studies agricultural activities across different seasons and farming conditions.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Jagatha Teja Sai Ram</cp:lastModifiedBy>
  <cp:revision>103</cp:revision>
  <dcterms:created xsi:type="dcterms:W3CDTF">2021-07-11T13:13:15Z</dcterms:created>
  <dcterms:modified xsi:type="dcterms:W3CDTF">2026-09-15T17:41:15Z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